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99716B-EBE5-4E8D-96D8-0DE97C98C316}" v="1" dt="2026-03-09T18:21:53.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ker, Amber Nicole" userId="3e85b472-1c22-4533-8005-a0f2a2b2950a" providerId="ADAL" clId="{0BE64FC1-1161-48F8-B0DF-ED88B34C20A8}"/>
    <pc:docChg chg="custSel modSld">
      <pc:chgData name="Baker, Amber Nicole" userId="3e85b472-1c22-4533-8005-a0f2a2b2950a" providerId="ADAL" clId="{0BE64FC1-1161-48F8-B0DF-ED88B34C20A8}" dt="2026-03-09T18:21:53.142" v="2"/>
      <pc:docMkLst>
        <pc:docMk/>
      </pc:docMkLst>
      <pc:sldChg chg="modSp mod">
        <pc:chgData name="Baker, Amber Nicole" userId="3e85b472-1c22-4533-8005-a0f2a2b2950a" providerId="ADAL" clId="{0BE64FC1-1161-48F8-B0DF-ED88B34C20A8}" dt="2026-03-09T18:21:53.142" v="2"/>
        <pc:sldMkLst>
          <pc:docMk/>
          <pc:sldMk cId="1936222406" sldId="256"/>
        </pc:sldMkLst>
        <pc:spChg chg="mod">
          <ac:chgData name="Baker, Amber Nicole" userId="3e85b472-1c22-4533-8005-a0f2a2b2950a" providerId="ADAL" clId="{0BE64FC1-1161-48F8-B0DF-ED88B34C20A8}" dt="2026-03-09T18:21:53.142" v="2"/>
          <ac:spMkLst>
            <pc:docMk/>
            <pc:sldMk cId="1936222406" sldId="256"/>
            <ac:spMk id="3" creationId="{CACAB071-2A27-C8FC-6311-034E28F7FED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D42914-CAB6-4D15-AFC3-6917AAD5E10A}"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DC53DB3C-EEAB-489C-94B6-6F8C874E44C3}">
      <dgm:prSet/>
      <dgm:spPr/>
      <dgm:t>
        <a:bodyPr/>
        <a:lstStyle/>
        <a:p>
          <a:r>
            <a:rPr lang="en-US"/>
            <a:t>Add Items </a:t>
          </a:r>
        </a:p>
      </dgm:t>
    </dgm:pt>
    <dgm:pt modelId="{9C7B2937-AE3B-4D7E-8285-7FED6FF11BA7}" type="parTrans" cxnId="{F85028DA-30A6-4F67-B4C4-2F0A27E4FD58}">
      <dgm:prSet/>
      <dgm:spPr/>
      <dgm:t>
        <a:bodyPr/>
        <a:lstStyle/>
        <a:p>
          <a:endParaRPr lang="en-US"/>
        </a:p>
      </dgm:t>
    </dgm:pt>
    <dgm:pt modelId="{141AB556-6F94-4A25-91E3-DEC1F62B02A9}" type="sibTrans" cxnId="{F85028DA-30A6-4F67-B4C4-2F0A27E4FD58}">
      <dgm:prSet/>
      <dgm:spPr/>
      <dgm:t>
        <a:bodyPr/>
        <a:lstStyle/>
        <a:p>
          <a:endParaRPr lang="en-US"/>
        </a:p>
      </dgm:t>
    </dgm:pt>
    <dgm:pt modelId="{9132AA14-609F-494A-8842-4F651819E5EB}">
      <dgm:prSet/>
      <dgm:spPr/>
      <dgm:t>
        <a:bodyPr/>
        <a:lstStyle/>
        <a:p>
          <a:r>
            <a:rPr lang="en-US"/>
            <a:t>Add items immediately as new purchases. </a:t>
          </a:r>
        </a:p>
      </dgm:t>
    </dgm:pt>
    <dgm:pt modelId="{D46A98BB-317B-439B-A126-896AFFD323C7}" type="parTrans" cxnId="{1A838971-90EA-4FD4-A816-0B53864DF9EE}">
      <dgm:prSet/>
      <dgm:spPr/>
      <dgm:t>
        <a:bodyPr/>
        <a:lstStyle/>
        <a:p>
          <a:endParaRPr lang="en-US"/>
        </a:p>
      </dgm:t>
    </dgm:pt>
    <dgm:pt modelId="{E8D4FC22-B096-4B91-B08E-9A2105C272C9}" type="sibTrans" cxnId="{1A838971-90EA-4FD4-A816-0B53864DF9EE}">
      <dgm:prSet/>
      <dgm:spPr/>
      <dgm:t>
        <a:bodyPr/>
        <a:lstStyle/>
        <a:p>
          <a:endParaRPr lang="en-US"/>
        </a:p>
      </dgm:t>
    </dgm:pt>
    <dgm:pt modelId="{3FEF4101-FDD2-4377-B589-AD554D91F283}">
      <dgm:prSet/>
      <dgm:spPr/>
      <dgm:t>
        <a:bodyPr/>
        <a:lstStyle/>
        <a:p>
          <a:r>
            <a:rPr lang="en-US"/>
            <a:t>View Unlisted Items</a:t>
          </a:r>
        </a:p>
      </dgm:t>
    </dgm:pt>
    <dgm:pt modelId="{F69C3F4A-892B-4B66-A924-F69AE6709F5A}" type="parTrans" cxnId="{0B5E7F2C-4F98-4B8A-8343-FC59FBE933E9}">
      <dgm:prSet/>
      <dgm:spPr/>
      <dgm:t>
        <a:bodyPr/>
        <a:lstStyle/>
        <a:p>
          <a:endParaRPr lang="en-US"/>
        </a:p>
      </dgm:t>
    </dgm:pt>
    <dgm:pt modelId="{17FDFD7E-08BF-42D6-B065-CEBEF4F6D0D9}" type="sibTrans" cxnId="{0B5E7F2C-4F98-4B8A-8343-FC59FBE933E9}">
      <dgm:prSet/>
      <dgm:spPr/>
      <dgm:t>
        <a:bodyPr/>
        <a:lstStyle/>
        <a:p>
          <a:endParaRPr lang="en-US"/>
        </a:p>
      </dgm:t>
    </dgm:pt>
    <dgm:pt modelId="{2F0F5564-F257-446D-AAD3-B05C4A36F2AC}">
      <dgm:prSet/>
      <dgm:spPr/>
      <dgm:t>
        <a:bodyPr/>
        <a:lstStyle/>
        <a:p>
          <a:r>
            <a:rPr lang="en-US"/>
            <a:t>See item purchases that have not been listed on any selling platform</a:t>
          </a:r>
        </a:p>
      </dgm:t>
    </dgm:pt>
    <dgm:pt modelId="{7D01A688-2384-4697-A7AF-4380D3FE0019}" type="parTrans" cxnId="{CFD2A66F-E2FD-4FAA-9952-6049953907FC}">
      <dgm:prSet/>
      <dgm:spPr/>
      <dgm:t>
        <a:bodyPr/>
        <a:lstStyle/>
        <a:p>
          <a:endParaRPr lang="en-US"/>
        </a:p>
      </dgm:t>
    </dgm:pt>
    <dgm:pt modelId="{279787B7-A742-417A-9D3D-CB1948FE3BF3}" type="sibTrans" cxnId="{CFD2A66F-E2FD-4FAA-9952-6049953907FC}">
      <dgm:prSet/>
      <dgm:spPr/>
      <dgm:t>
        <a:bodyPr/>
        <a:lstStyle/>
        <a:p>
          <a:endParaRPr lang="en-US"/>
        </a:p>
      </dgm:t>
    </dgm:pt>
    <dgm:pt modelId="{42FC838C-DFB6-47F2-AADA-DF2766110760}">
      <dgm:prSet/>
      <dgm:spPr/>
      <dgm:t>
        <a:bodyPr/>
        <a:lstStyle/>
        <a:p>
          <a:r>
            <a:rPr lang="en-US"/>
            <a:t>New Listings</a:t>
          </a:r>
        </a:p>
      </dgm:t>
    </dgm:pt>
    <dgm:pt modelId="{B2442880-5D2F-4743-AF20-4A7D86DA75B5}" type="parTrans" cxnId="{58CD8537-F795-4159-A7A5-B08E6137D3CD}">
      <dgm:prSet/>
      <dgm:spPr/>
      <dgm:t>
        <a:bodyPr/>
        <a:lstStyle/>
        <a:p>
          <a:endParaRPr lang="en-US"/>
        </a:p>
      </dgm:t>
    </dgm:pt>
    <dgm:pt modelId="{CBC0A3DE-3FDA-4814-8A90-527390969D71}" type="sibTrans" cxnId="{58CD8537-F795-4159-A7A5-B08E6137D3CD}">
      <dgm:prSet/>
      <dgm:spPr/>
      <dgm:t>
        <a:bodyPr/>
        <a:lstStyle/>
        <a:p>
          <a:endParaRPr lang="en-US"/>
        </a:p>
      </dgm:t>
    </dgm:pt>
    <dgm:pt modelId="{D601CBCF-6D0D-4E39-969B-49AA1A305FCC}">
      <dgm:prSet/>
      <dgm:spPr/>
      <dgm:t>
        <a:bodyPr/>
        <a:lstStyle/>
        <a:p>
          <a:r>
            <a:rPr lang="en-US"/>
            <a:t>Complete item fields and create listings within the database. </a:t>
          </a:r>
        </a:p>
      </dgm:t>
    </dgm:pt>
    <dgm:pt modelId="{6070C568-65E5-4A57-A8D7-10E2AC7C857D}" type="parTrans" cxnId="{E1196024-57D5-44F1-BA98-999DD43DC1A2}">
      <dgm:prSet/>
      <dgm:spPr/>
      <dgm:t>
        <a:bodyPr/>
        <a:lstStyle/>
        <a:p>
          <a:endParaRPr lang="en-US"/>
        </a:p>
      </dgm:t>
    </dgm:pt>
    <dgm:pt modelId="{51A6B9EB-1DB2-4A17-8E2C-D74A5CA3EF1B}" type="sibTrans" cxnId="{E1196024-57D5-44F1-BA98-999DD43DC1A2}">
      <dgm:prSet/>
      <dgm:spPr/>
      <dgm:t>
        <a:bodyPr/>
        <a:lstStyle/>
        <a:p>
          <a:endParaRPr lang="en-US"/>
        </a:p>
      </dgm:t>
    </dgm:pt>
    <dgm:pt modelId="{44F1912E-719A-4304-B758-A299A79BC633}">
      <dgm:prSet/>
      <dgm:spPr/>
      <dgm:t>
        <a:bodyPr/>
        <a:lstStyle/>
        <a:p>
          <a:r>
            <a:rPr lang="en-US"/>
            <a:t>Process Sales</a:t>
          </a:r>
        </a:p>
      </dgm:t>
    </dgm:pt>
    <dgm:pt modelId="{13E085DA-EA87-4383-94E7-FEC3EB49256B}" type="parTrans" cxnId="{99B5F070-EA4C-484A-9B94-BA8482E6E137}">
      <dgm:prSet/>
      <dgm:spPr/>
      <dgm:t>
        <a:bodyPr/>
        <a:lstStyle/>
        <a:p>
          <a:endParaRPr lang="en-US"/>
        </a:p>
      </dgm:t>
    </dgm:pt>
    <dgm:pt modelId="{DA6A0CE5-B169-4734-B969-040D36A10E85}" type="sibTrans" cxnId="{99B5F070-EA4C-484A-9B94-BA8482E6E137}">
      <dgm:prSet/>
      <dgm:spPr/>
      <dgm:t>
        <a:bodyPr/>
        <a:lstStyle/>
        <a:p>
          <a:endParaRPr lang="en-US"/>
        </a:p>
      </dgm:t>
    </dgm:pt>
    <dgm:pt modelId="{20E282CE-F785-474A-85B9-639E6AE3FFE8}">
      <dgm:prSet/>
      <dgm:spPr/>
      <dgm:t>
        <a:bodyPr/>
        <a:lstStyle/>
        <a:p>
          <a:r>
            <a:rPr lang="en-US"/>
            <a:t>When an item is sold, quickly mark the item as sold, get suggested shipping materials, and quickly mark all other listing occurrences for that item as “inactive”</a:t>
          </a:r>
        </a:p>
      </dgm:t>
    </dgm:pt>
    <dgm:pt modelId="{869B4DB7-282A-46FA-9AB2-98D33FD20082}" type="parTrans" cxnId="{97290721-045C-434C-AA46-290EE849A5E8}">
      <dgm:prSet/>
      <dgm:spPr/>
      <dgm:t>
        <a:bodyPr/>
        <a:lstStyle/>
        <a:p>
          <a:endParaRPr lang="en-US"/>
        </a:p>
      </dgm:t>
    </dgm:pt>
    <dgm:pt modelId="{99CB166F-0F6C-4918-8D28-541C8151764D}" type="sibTrans" cxnId="{97290721-045C-434C-AA46-290EE849A5E8}">
      <dgm:prSet/>
      <dgm:spPr/>
      <dgm:t>
        <a:bodyPr/>
        <a:lstStyle/>
        <a:p>
          <a:endParaRPr lang="en-US"/>
        </a:p>
      </dgm:t>
    </dgm:pt>
    <dgm:pt modelId="{2FCA3476-C79F-416A-B5AC-FDC7AEFD833D}">
      <dgm:prSet/>
      <dgm:spPr/>
      <dgm:t>
        <a:bodyPr/>
        <a:lstStyle/>
        <a:p>
          <a:r>
            <a:rPr lang="en-US"/>
            <a:t>View Item Inventory </a:t>
          </a:r>
        </a:p>
      </dgm:t>
    </dgm:pt>
    <dgm:pt modelId="{7C97FBEB-5E54-4567-8AA6-1BB791F4C0B1}" type="parTrans" cxnId="{ADE7FB3A-89B6-4E43-A11C-603A901952E4}">
      <dgm:prSet/>
      <dgm:spPr/>
      <dgm:t>
        <a:bodyPr/>
        <a:lstStyle/>
        <a:p>
          <a:endParaRPr lang="en-US"/>
        </a:p>
      </dgm:t>
    </dgm:pt>
    <dgm:pt modelId="{A58F0E47-582B-421C-95ED-228278B88BE6}" type="sibTrans" cxnId="{ADE7FB3A-89B6-4E43-A11C-603A901952E4}">
      <dgm:prSet/>
      <dgm:spPr/>
      <dgm:t>
        <a:bodyPr/>
        <a:lstStyle/>
        <a:p>
          <a:endParaRPr lang="en-US"/>
        </a:p>
      </dgm:t>
    </dgm:pt>
    <dgm:pt modelId="{FA2EAC22-99B1-4772-9E66-3E99BE67B751}">
      <dgm:prSet/>
      <dgm:spPr/>
      <dgm:t>
        <a:bodyPr/>
        <a:lstStyle/>
        <a:p>
          <a:r>
            <a:rPr lang="en-US"/>
            <a:t>View a list of active  listings </a:t>
          </a:r>
        </a:p>
      </dgm:t>
    </dgm:pt>
    <dgm:pt modelId="{F10419CC-C3E3-42CD-8A34-8CE122937315}" type="parTrans" cxnId="{1A8BD639-BE5B-4384-AF87-DD2D1723E580}">
      <dgm:prSet/>
      <dgm:spPr/>
      <dgm:t>
        <a:bodyPr/>
        <a:lstStyle/>
        <a:p>
          <a:endParaRPr lang="en-US"/>
        </a:p>
      </dgm:t>
    </dgm:pt>
    <dgm:pt modelId="{71CC95B0-91E7-4B4A-AB5D-3831424A0D5D}" type="sibTrans" cxnId="{1A8BD639-BE5B-4384-AF87-DD2D1723E580}">
      <dgm:prSet/>
      <dgm:spPr/>
      <dgm:t>
        <a:bodyPr/>
        <a:lstStyle/>
        <a:p>
          <a:endParaRPr lang="en-US"/>
        </a:p>
      </dgm:t>
    </dgm:pt>
    <dgm:pt modelId="{DD6EB623-4112-4CBB-A7E1-950C39847399}" type="pres">
      <dgm:prSet presAssocID="{5ED42914-CAB6-4D15-AFC3-6917AAD5E10A}" presName="Name0" presStyleCnt="0">
        <dgm:presLayoutVars>
          <dgm:dir/>
          <dgm:animLvl val="lvl"/>
          <dgm:resizeHandles val="exact"/>
        </dgm:presLayoutVars>
      </dgm:prSet>
      <dgm:spPr/>
    </dgm:pt>
    <dgm:pt modelId="{DBC17866-B03A-414A-B7DB-B117A8BEBB01}" type="pres">
      <dgm:prSet presAssocID="{DC53DB3C-EEAB-489C-94B6-6F8C874E44C3}" presName="composite" presStyleCnt="0"/>
      <dgm:spPr/>
    </dgm:pt>
    <dgm:pt modelId="{80FC2553-A455-4F6F-B8CD-A7B219131589}" type="pres">
      <dgm:prSet presAssocID="{DC53DB3C-EEAB-489C-94B6-6F8C874E44C3}" presName="parTx" presStyleLbl="alignNode1" presStyleIdx="0" presStyleCnt="5">
        <dgm:presLayoutVars>
          <dgm:chMax val="0"/>
          <dgm:chPref val="0"/>
          <dgm:bulletEnabled val="1"/>
        </dgm:presLayoutVars>
      </dgm:prSet>
      <dgm:spPr/>
    </dgm:pt>
    <dgm:pt modelId="{7F730AA7-BD8A-48D4-9AA4-1C2E4F1ADA5B}" type="pres">
      <dgm:prSet presAssocID="{DC53DB3C-EEAB-489C-94B6-6F8C874E44C3}" presName="desTx" presStyleLbl="alignAccFollowNode1" presStyleIdx="0" presStyleCnt="5">
        <dgm:presLayoutVars>
          <dgm:bulletEnabled val="1"/>
        </dgm:presLayoutVars>
      </dgm:prSet>
      <dgm:spPr/>
    </dgm:pt>
    <dgm:pt modelId="{572F2590-3B7C-495B-9132-03DE3DB5F331}" type="pres">
      <dgm:prSet presAssocID="{141AB556-6F94-4A25-91E3-DEC1F62B02A9}" presName="space" presStyleCnt="0"/>
      <dgm:spPr/>
    </dgm:pt>
    <dgm:pt modelId="{51011F4D-D1B6-4620-8E4A-5F4E69513876}" type="pres">
      <dgm:prSet presAssocID="{3FEF4101-FDD2-4377-B589-AD554D91F283}" presName="composite" presStyleCnt="0"/>
      <dgm:spPr/>
    </dgm:pt>
    <dgm:pt modelId="{E6376BEB-5167-4113-B670-F31F48313287}" type="pres">
      <dgm:prSet presAssocID="{3FEF4101-FDD2-4377-B589-AD554D91F283}" presName="parTx" presStyleLbl="alignNode1" presStyleIdx="1" presStyleCnt="5">
        <dgm:presLayoutVars>
          <dgm:chMax val="0"/>
          <dgm:chPref val="0"/>
          <dgm:bulletEnabled val="1"/>
        </dgm:presLayoutVars>
      </dgm:prSet>
      <dgm:spPr/>
    </dgm:pt>
    <dgm:pt modelId="{3E74FB7E-FC1F-4745-9163-8396E9116E6A}" type="pres">
      <dgm:prSet presAssocID="{3FEF4101-FDD2-4377-B589-AD554D91F283}" presName="desTx" presStyleLbl="alignAccFollowNode1" presStyleIdx="1" presStyleCnt="5">
        <dgm:presLayoutVars>
          <dgm:bulletEnabled val="1"/>
        </dgm:presLayoutVars>
      </dgm:prSet>
      <dgm:spPr/>
    </dgm:pt>
    <dgm:pt modelId="{50379D59-42DA-4374-9149-46B57E372C18}" type="pres">
      <dgm:prSet presAssocID="{17FDFD7E-08BF-42D6-B065-CEBEF4F6D0D9}" presName="space" presStyleCnt="0"/>
      <dgm:spPr/>
    </dgm:pt>
    <dgm:pt modelId="{9E7EFEF6-2307-416D-8562-3DCBB4643F2B}" type="pres">
      <dgm:prSet presAssocID="{42FC838C-DFB6-47F2-AADA-DF2766110760}" presName="composite" presStyleCnt="0"/>
      <dgm:spPr/>
    </dgm:pt>
    <dgm:pt modelId="{FAFEB53F-DE96-462E-A738-02B5EADA6270}" type="pres">
      <dgm:prSet presAssocID="{42FC838C-DFB6-47F2-AADA-DF2766110760}" presName="parTx" presStyleLbl="alignNode1" presStyleIdx="2" presStyleCnt="5">
        <dgm:presLayoutVars>
          <dgm:chMax val="0"/>
          <dgm:chPref val="0"/>
          <dgm:bulletEnabled val="1"/>
        </dgm:presLayoutVars>
      </dgm:prSet>
      <dgm:spPr/>
    </dgm:pt>
    <dgm:pt modelId="{E0AC02CD-8317-4CC5-B750-9F155BFA9EE7}" type="pres">
      <dgm:prSet presAssocID="{42FC838C-DFB6-47F2-AADA-DF2766110760}" presName="desTx" presStyleLbl="alignAccFollowNode1" presStyleIdx="2" presStyleCnt="5">
        <dgm:presLayoutVars>
          <dgm:bulletEnabled val="1"/>
        </dgm:presLayoutVars>
      </dgm:prSet>
      <dgm:spPr/>
    </dgm:pt>
    <dgm:pt modelId="{F59F0CDE-E801-4C55-B62A-B077995C8EC8}" type="pres">
      <dgm:prSet presAssocID="{CBC0A3DE-3FDA-4814-8A90-527390969D71}" presName="space" presStyleCnt="0"/>
      <dgm:spPr/>
    </dgm:pt>
    <dgm:pt modelId="{99B198AC-4ED5-4241-B08C-60F67FA82B20}" type="pres">
      <dgm:prSet presAssocID="{44F1912E-719A-4304-B758-A299A79BC633}" presName="composite" presStyleCnt="0"/>
      <dgm:spPr/>
    </dgm:pt>
    <dgm:pt modelId="{AA33AA30-E037-4E9B-B3B7-27F402110E98}" type="pres">
      <dgm:prSet presAssocID="{44F1912E-719A-4304-B758-A299A79BC633}" presName="parTx" presStyleLbl="alignNode1" presStyleIdx="3" presStyleCnt="5">
        <dgm:presLayoutVars>
          <dgm:chMax val="0"/>
          <dgm:chPref val="0"/>
          <dgm:bulletEnabled val="1"/>
        </dgm:presLayoutVars>
      </dgm:prSet>
      <dgm:spPr/>
    </dgm:pt>
    <dgm:pt modelId="{3BBB8F84-787E-44ED-B85F-E1154DF5F5E2}" type="pres">
      <dgm:prSet presAssocID="{44F1912E-719A-4304-B758-A299A79BC633}" presName="desTx" presStyleLbl="alignAccFollowNode1" presStyleIdx="3" presStyleCnt="5">
        <dgm:presLayoutVars>
          <dgm:bulletEnabled val="1"/>
        </dgm:presLayoutVars>
      </dgm:prSet>
      <dgm:spPr/>
    </dgm:pt>
    <dgm:pt modelId="{4BB0532E-0D87-40CE-8C42-35209124BC7B}" type="pres">
      <dgm:prSet presAssocID="{DA6A0CE5-B169-4734-B969-040D36A10E85}" presName="space" presStyleCnt="0"/>
      <dgm:spPr/>
    </dgm:pt>
    <dgm:pt modelId="{52F90921-1EA9-4E84-BB00-99F5A9A632C4}" type="pres">
      <dgm:prSet presAssocID="{2FCA3476-C79F-416A-B5AC-FDC7AEFD833D}" presName="composite" presStyleCnt="0"/>
      <dgm:spPr/>
    </dgm:pt>
    <dgm:pt modelId="{3ACC2670-F57E-4B25-822C-F2636FAD5877}" type="pres">
      <dgm:prSet presAssocID="{2FCA3476-C79F-416A-B5AC-FDC7AEFD833D}" presName="parTx" presStyleLbl="alignNode1" presStyleIdx="4" presStyleCnt="5">
        <dgm:presLayoutVars>
          <dgm:chMax val="0"/>
          <dgm:chPref val="0"/>
          <dgm:bulletEnabled val="1"/>
        </dgm:presLayoutVars>
      </dgm:prSet>
      <dgm:spPr/>
    </dgm:pt>
    <dgm:pt modelId="{8B773181-0F1F-43FF-8EA9-5F9FF4A97A6C}" type="pres">
      <dgm:prSet presAssocID="{2FCA3476-C79F-416A-B5AC-FDC7AEFD833D}" presName="desTx" presStyleLbl="alignAccFollowNode1" presStyleIdx="4" presStyleCnt="5">
        <dgm:presLayoutVars>
          <dgm:bulletEnabled val="1"/>
        </dgm:presLayoutVars>
      </dgm:prSet>
      <dgm:spPr/>
    </dgm:pt>
  </dgm:ptLst>
  <dgm:cxnLst>
    <dgm:cxn modelId="{3D881B00-6DDB-4BAF-ACB1-E7D0033FC374}" type="presOf" srcId="{DC53DB3C-EEAB-489C-94B6-6F8C874E44C3}" destId="{80FC2553-A455-4F6F-B8CD-A7B219131589}" srcOrd="0" destOrd="0" presId="urn:microsoft.com/office/officeart/2005/8/layout/hList1"/>
    <dgm:cxn modelId="{97290721-045C-434C-AA46-290EE849A5E8}" srcId="{44F1912E-719A-4304-B758-A299A79BC633}" destId="{20E282CE-F785-474A-85B9-639E6AE3FFE8}" srcOrd="0" destOrd="0" parTransId="{869B4DB7-282A-46FA-9AB2-98D33FD20082}" sibTransId="{99CB166F-0F6C-4918-8D28-541C8151764D}"/>
    <dgm:cxn modelId="{E1196024-57D5-44F1-BA98-999DD43DC1A2}" srcId="{42FC838C-DFB6-47F2-AADA-DF2766110760}" destId="{D601CBCF-6D0D-4E39-969B-49AA1A305FCC}" srcOrd="0" destOrd="0" parTransId="{6070C568-65E5-4A57-A8D7-10E2AC7C857D}" sibTransId="{51A6B9EB-1DB2-4A17-8E2C-D74A5CA3EF1B}"/>
    <dgm:cxn modelId="{0B5E7F2C-4F98-4B8A-8343-FC59FBE933E9}" srcId="{5ED42914-CAB6-4D15-AFC3-6917AAD5E10A}" destId="{3FEF4101-FDD2-4377-B589-AD554D91F283}" srcOrd="1" destOrd="0" parTransId="{F69C3F4A-892B-4B66-A924-F69AE6709F5A}" sibTransId="{17FDFD7E-08BF-42D6-B065-CEBEF4F6D0D9}"/>
    <dgm:cxn modelId="{58CD8537-F795-4159-A7A5-B08E6137D3CD}" srcId="{5ED42914-CAB6-4D15-AFC3-6917AAD5E10A}" destId="{42FC838C-DFB6-47F2-AADA-DF2766110760}" srcOrd="2" destOrd="0" parTransId="{B2442880-5D2F-4743-AF20-4A7D86DA75B5}" sibTransId="{CBC0A3DE-3FDA-4814-8A90-527390969D71}"/>
    <dgm:cxn modelId="{1A8BD639-BE5B-4384-AF87-DD2D1723E580}" srcId="{2FCA3476-C79F-416A-B5AC-FDC7AEFD833D}" destId="{FA2EAC22-99B1-4772-9E66-3E99BE67B751}" srcOrd="0" destOrd="0" parTransId="{F10419CC-C3E3-42CD-8A34-8CE122937315}" sibTransId="{71CC95B0-91E7-4B4A-AB5D-3831424A0D5D}"/>
    <dgm:cxn modelId="{ADE7FB3A-89B6-4E43-A11C-603A901952E4}" srcId="{5ED42914-CAB6-4D15-AFC3-6917AAD5E10A}" destId="{2FCA3476-C79F-416A-B5AC-FDC7AEFD833D}" srcOrd="4" destOrd="0" parTransId="{7C97FBEB-5E54-4567-8AA6-1BB791F4C0B1}" sibTransId="{A58F0E47-582B-421C-95ED-228278B88BE6}"/>
    <dgm:cxn modelId="{CFD2A66F-E2FD-4FAA-9952-6049953907FC}" srcId="{3FEF4101-FDD2-4377-B589-AD554D91F283}" destId="{2F0F5564-F257-446D-AAD3-B05C4A36F2AC}" srcOrd="0" destOrd="0" parTransId="{7D01A688-2384-4697-A7AF-4380D3FE0019}" sibTransId="{279787B7-A742-417A-9D3D-CB1948FE3BF3}"/>
    <dgm:cxn modelId="{99B5F070-EA4C-484A-9B94-BA8482E6E137}" srcId="{5ED42914-CAB6-4D15-AFC3-6917AAD5E10A}" destId="{44F1912E-719A-4304-B758-A299A79BC633}" srcOrd="3" destOrd="0" parTransId="{13E085DA-EA87-4383-94E7-FEC3EB49256B}" sibTransId="{DA6A0CE5-B169-4734-B969-040D36A10E85}"/>
    <dgm:cxn modelId="{1A838971-90EA-4FD4-A816-0B53864DF9EE}" srcId="{DC53DB3C-EEAB-489C-94B6-6F8C874E44C3}" destId="{9132AA14-609F-494A-8842-4F651819E5EB}" srcOrd="0" destOrd="0" parTransId="{D46A98BB-317B-439B-A126-896AFFD323C7}" sibTransId="{E8D4FC22-B096-4B91-B08E-9A2105C272C9}"/>
    <dgm:cxn modelId="{51C51B55-95F6-493B-83DE-B7A21A1D3698}" type="presOf" srcId="{FA2EAC22-99B1-4772-9E66-3E99BE67B751}" destId="{8B773181-0F1F-43FF-8EA9-5F9FF4A97A6C}" srcOrd="0" destOrd="0" presId="urn:microsoft.com/office/officeart/2005/8/layout/hList1"/>
    <dgm:cxn modelId="{C6916D7B-864A-460C-A5D4-94961602437A}" type="presOf" srcId="{42FC838C-DFB6-47F2-AADA-DF2766110760}" destId="{FAFEB53F-DE96-462E-A738-02B5EADA6270}" srcOrd="0" destOrd="0" presId="urn:microsoft.com/office/officeart/2005/8/layout/hList1"/>
    <dgm:cxn modelId="{1466CC8A-0AED-4113-B6EB-EE4388A8CCB7}" type="presOf" srcId="{5ED42914-CAB6-4D15-AFC3-6917AAD5E10A}" destId="{DD6EB623-4112-4CBB-A7E1-950C39847399}" srcOrd="0" destOrd="0" presId="urn:microsoft.com/office/officeart/2005/8/layout/hList1"/>
    <dgm:cxn modelId="{B0C1D194-6C8B-475F-87C1-CC9603A8F1C4}" type="presOf" srcId="{44F1912E-719A-4304-B758-A299A79BC633}" destId="{AA33AA30-E037-4E9B-B3B7-27F402110E98}" srcOrd="0" destOrd="0" presId="urn:microsoft.com/office/officeart/2005/8/layout/hList1"/>
    <dgm:cxn modelId="{0F676EAC-8E18-499D-8954-885AEE2BC656}" type="presOf" srcId="{2FCA3476-C79F-416A-B5AC-FDC7AEFD833D}" destId="{3ACC2670-F57E-4B25-822C-F2636FAD5877}" srcOrd="0" destOrd="0" presId="urn:microsoft.com/office/officeart/2005/8/layout/hList1"/>
    <dgm:cxn modelId="{D0EAFFB2-0EC3-42EE-BBD2-88CF335DAC77}" type="presOf" srcId="{3FEF4101-FDD2-4377-B589-AD554D91F283}" destId="{E6376BEB-5167-4113-B670-F31F48313287}" srcOrd="0" destOrd="0" presId="urn:microsoft.com/office/officeart/2005/8/layout/hList1"/>
    <dgm:cxn modelId="{4DBEF6BF-9FAD-4483-9474-5BA0D5903116}" type="presOf" srcId="{20E282CE-F785-474A-85B9-639E6AE3FFE8}" destId="{3BBB8F84-787E-44ED-B85F-E1154DF5F5E2}" srcOrd="0" destOrd="0" presId="urn:microsoft.com/office/officeart/2005/8/layout/hList1"/>
    <dgm:cxn modelId="{B2F1D5CC-A263-4609-A038-CA6B3DEBC0D2}" type="presOf" srcId="{9132AA14-609F-494A-8842-4F651819E5EB}" destId="{7F730AA7-BD8A-48D4-9AA4-1C2E4F1ADA5B}" srcOrd="0" destOrd="0" presId="urn:microsoft.com/office/officeart/2005/8/layout/hList1"/>
    <dgm:cxn modelId="{F85028DA-30A6-4F67-B4C4-2F0A27E4FD58}" srcId="{5ED42914-CAB6-4D15-AFC3-6917AAD5E10A}" destId="{DC53DB3C-EEAB-489C-94B6-6F8C874E44C3}" srcOrd="0" destOrd="0" parTransId="{9C7B2937-AE3B-4D7E-8285-7FED6FF11BA7}" sibTransId="{141AB556-6F94-4A25-91E3-DEC1F62B02A9}"/>
    <dgm:cxn modelId="{83D70CE1-ACBC-4D08-A324-50683A9E7B64}" type="presOf" srcId="{D601CBCF-6D0D-4E39-969B-49AA1A305FCC}" destId="{E0AC02CD-8317-4CC5-B750-9F155BFA9EE7}" srcOrd="0" destOrd="0" presId="urn:microsoft.com/office/officeart/2005/8/layout/hList1"/>
    <dgm:cxn modelId="{09CA53EE-8D02-40DF-B9D3-8A9A945D3C08}" type="presOf" srcId="{2F0F5564-F257-446D-AAD3-B05C4A36F2AC}" destId="{3E74FB7E-FC1F-4745-9163-8396E9116E6A}" srcOrd="0" destOrd="0" presId="urn:microsoft.com/office/officeart/2005/8/layout/hList1"/>
    <dgm:cxn modelId="{28A0A8F3-21F9-468E-B9C8-F8558BC8EF20}" type="presParOf" srcId="{DD6EB623-4112-4CBB-A7E1-950C39847399}" destId="{DBC17866-B03A-414A-B7DB-B117A8BEBB01}" srcOrd="0" destOrd="0" presId="urn:microsoft.com/office/officeart/2005/8/layout/hList1"/>
    <dgm:cxn modelId="{FBA9C0AE-C766-46A8-965F-02E4B61E0433}" type="presParOf" srcId="{DBC17866-B03A-414A-B7DB-B117A8BEBB01}" destId="{80FC2553-A455-4F6F-B8CD-A7B219131589}" srcOrd="0" destOrd="0" presId="urn:microsoft.com/office/officeart/2005/8/layout/hList1"/>
    <dgm:cxn modelId="{F8FF91CF-C2DC-4721-A1A8-2A40EB895BD4}" type="presParOf" srcId="{DBC17866-B03A-414A-B7DB-B117A8BEBB01}" destId="{7F730AA7-BD8A-48D4-9AA4-1C2E4F1ADA5B}" srcOrd="1" destOrd="0" presId="urn:microsoft.com/office/officeart/2005/8/layout/hList1"/>
    <dgm:cxn modelId="{3E4F14CA-F6B4-4EA9-9310-DF7ABFDF4689}" type="presParOf" srcId="{DD6EB623-4112-4CBB-A7E1-950C39847399}" destId="{572F2590-3B7C-495B-9132-03DE3DB5F331}" srcOrd="1" destOrd="0" presId="urn:microsoft.com/office/officeart/2005/8/layout/hList1"/>
    <dgm:cxn modelId="{03C77BA3-3837-44AD-AEED-C060A929D608}" type="presParOf" srcId="{DD6EB623-4112-4CBB-A7E1-950C39847399}" destId="{51011F4D-D1B6-4620-8E4A-5F4E69513876}" srcOrd="2" destOrd="0" presId="urn:microsoft.com/office/officeart/2005/8/layout/hList1"/>
    <dgm:cxn modelId="{1705067B-014C-4111-B449-17E49B4E2B83}" type="presParOf" srcId="{51011F4D-D1B6-4620-8E4A-5F4E69513876}" destId="{E6376BEB-5167-4113-B670-F31F48313287}" srcOrd="0" destOrd="0" presId="urn:microsoft.com/office/officeart/2005/8/layout/hList1"/>
    <dgm:cxn modelId="{D0167D42-129C-4817-BFEA-A4B5DC7167AB}" type="presParOf" srcId="{51011F4D-D1B6-4620-8E4A-5F4E69513876}" destId="{3E74FB7E-FC1F-4745-9163-8396E9116E6A}" srcOrd="1" destOrd="0" presId="urn:microsoft.com/office/officeart/2005/8/layout/hList1"/>
    <dgm:cxn modelId="{7430803F-476C-4BB8-8309-502CFBB95304}" type="presParOf" srcId="{DD6EB623-4112-4CBB-A7E1-950C39847399}" destId="{50379D59-42DA-4374-9149-46B57E372C18}" srcOrd="3" destOrd="0" presId="urn:microsoft.com/office/officeart/2005/8/layout/hList1"/>
    <dgm:cxn modelId="{FF5694CE-1FD5-402F-A01A-66609BDC067E}" type="presParOf" srcId="{DD6EB623-4112-4CBB-A7E1-950C39847399}" destId="{9E7EFEF6-2307-416D-8562-3DCBB4643F2B}" srcOrd="4" destOrd="0" presId="urn:microsoft.com/office/officeart/2005/8/layout/hList1"/>
    <dgm:cxn modelId="{D73F23C2-83DF-46B3-8789-2B6120800E25}" type="presParOf" srcId="{9E7EFEF6-2307-416D-8562-3DCBB4643F2B}" destId="{FAFEB53F-DE96-462E-A738-02B5EADA6270}" srcOrd="0" destOrd="0" presId="urn:microsoft.com/office/officeart/2005/8/layout/hList1"/>
    <dgm:cxn modelId="{EC39AF1F-0F59-4FB6-A26C-F08395C20CBB}" type="presParOf" srcId="{9E7EFEF6-2307-416D-8562-3DCBB4643F2B}" destId="{E0AC02CD-8317-4CC5-B750-9F155BFA9EE7}" srcOrd="1" destOrd="0" presId="urn:microsoft.com/office/officeart/2005/8/layout/hList1"/>
    <dgm:cxn modelId="{9757B8F7-03FE-4E42-AF40-B4CEEED44FAD}" type="presParOf" srcId="{DD6EB623-4112-4CBB-A7E1-950C39847399}" destId="{F59F0CDE-E801-4C55-B62A-B077995C8EC8}" srcOrd="5" destOrd="0" presId="urn:microsoft.com/office/officeart/2005/8/layout/hList1"/>
    <dgm:cxn modelId="{66C13192-4864-48A7-B952-21A6F1B4109B}" type="presParOf" srcId="{DD6EB623-4112-4CBB-A7E1-950C39847399}" destId="{99B198AC-4ED5-4241-B08C-60F67FA82B20}" srcOrd="6" destOrd="0" presId="urn:microsoft.com/office/officeart/2005/8/layout/hList1"/>
    <dgm:cxn modelId="{F6DF9B7F-7EEE-4DE0-B8EF-C10185A819E1}" type="presParOf" srcId="{99B198AC-4ED5-4241-B08C-60F67FA82B20}" destId="{AA33AA30-E037-4E9B-B3B7-27F402110E98}" srcOrd="0" destOrd="0" presId="urn:microsoft.com/office/officeart/2005/8/layout/hList1"/>
    <dgm:cxn modelId="{9625C15F-7188-4075-9C72-3A8D9DC13320}" type="presParOf" srcId="{99B198AC-4ED5-4241-B08C-60F67FA82B20}" destId="{3BBB8F84-787E-44ED-B85F-E1154DF5F5E2}" srcOrd="1" destOrd="0" presId="urn:microsoft.com/office/officeart/2005/8/layout/hList1"/>
    <dgm:cxn modelId="{1A0F7907-44D0-4F84-8B8A-5EE3A48E43A9}" type="presParOf" srcId="{DD6EB623-4112-4CBB-A7E1-950C39847399}" destId="{4BB0532E-0D87-40CE-8C42-35209124BC7B}" srcOrd="7" destOrd="0" presId="urn:microsoft.com/office/officeart/2005/8/layout/hList1"/>
    <dgm:cxn modelId="{DFA141D6-7445-4B0C-BD87-E477FFF7F86D}" type="presParOf" srcId="{DD6EB623-4112-4CBB-A7E1-950C39847399}" destId="{52F90921-1EA9-4E84-BB00-99F5A9A632C4}" srcOrd="8" destOrd="0" presId="urn:microsoft.com/office/officeart/2005/8/layout/hList1"/>
    <dgm:cxn modelId="{95D55B0F-2CF2-42F8-905F-993663EE815D}" type="presParOf" srcId="{52F90921-1EA9-4E84-BB00-99F5A9A632C4}" destId="{3ACC2670-F57E-4B25-822C-F2636FAD5877}" srcOrd="0" destOrd="0" presId="urn:microsoft.com/office/officeart/2005/8/layout/hList1"/>
    <dgm:cxn modelId="{5E69F6E2-FD8D-4819-B7ED-F845F19845E5}" type="presParOf" srcId="{52F90921-1EA9-4E84-BB00-99F5A9A632C4}" destId="{8B773181-0F1F-43FF-8EA9-5F9FF4A97A6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FC2553-A455-4F6F-B8CD-A7B219131589}">
      <dsp:nvSpPr>
        <dsp:cNvPr id="0" name=""/>
        <dsp:cNvSpPr/>
      </dsp:nvSpPr>
      <dsp:spPr>
        <a:xfrm>
          <a:off x="5072" y="99924"/>
          <a:ext cx="1944290" cy="57964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Add Items </a:t>
          </a:r>
        </a:p>
      </dsp:txBody>
      <dsp:txXfrm>
        <a:off x="5072" y="99924"/>
        <a:ext cx="1944290" cy="579643"/>
      </dsp:txXfrm>
    </dsp:sp>
    <dsp:sp modelId="{7F730AA7-BD8A-48D4-9AA4-1C2E4F1ADA5B}">
      <dsp:nvSpPr>
        <dsp:cNvPr id="0" name=""/>
        <dsp:cNvSpPr/>
      </dsp:nvSpPr>
      <dsp:spPr>
        <a:xfrm>
          <a:off x="5072" y="679568"/>
          <a:ext cx="1944290" cy="2954306"/>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Add items immediately as new purchases. </a:t>
          </a:r>
        </a:p>
      </dsp:txBody>
      <dsp:txXfrm>
        <a:off x="5072" y="679568"/>
        <a:ext cx="1944290" cy="2954306"/>
      </dsp:txXfrm>
    </dsp:sp>
    <dsp:sp modelId="{E6376BEB-5167-4113-B670-F31F48313287}">
      <dsp:nvSpPr>
        <dsp:cNvPr id="0" name=""/>
        <dsp:cNvSpPr/>
      </dsp:nvSpPr>
      <dsp:spPr>
        <a:xfrm>
          <a:off x="2221563" y="99924"/>
          <a:ext cx="1944290" cy="579643"/>
        </a:xfrm>
        <a:prstGeom prst="rect">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View Unlisted Items</a:t>
          </a:r>
        </a:p>
      </dsp:txBody>
      <dsp:txXfrm>
        <a:off x="2221563" y="99924"/>
        <a:ext cx="1944290" cy="579643"/>
      </dsp:txXfrm>
    </dsp:sp>
    <dsp:sp modelId="{3E74FB7E-FC1F-4745-9163-8396E9116E6A}">
      <dsp:nvSpPr>
        <dsp:cNvPr id="0" name=""/>
        <dsp:cNvSpPr/>
      </dsp:nvSpPr>
      <dsp:spPr>
        <a:xfrm>
          <a:off x="2221563" y="679568"/>
          <a:ext cx="1944290" cy="2954306"/>
        </a:xfrm>
        <a:prstGeom prst="rect">
          <a:avLst/>
        </a:prstGeom>
        <a:solidFill>
          <a:schemeClr val="accent2">
            <a:tint val="40000"/>
            <a:alpha val="90000"/>
            <a:hueOff val="1683680"/>
            <a:satOff val="-15558"/>
            <a:lumOff val="-1754"/>
            <a:alphaOff val="0"/>
          </a:schemeClr>
        </a:solidFill>
        <a:ln w="19050" cap="flat" cmpd="sng" algn="ctr">
          <a:solidFill>
            <a:schemeClr val="accent2">
              <a:tint val="40000"/>
              <a:alpha val="90000"/>
              <a:hueOff val="1683680"/>
              <a:satOff val="-15558"/>
              <a:lumOff val="-17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See item purchases that have not been listed on any selling platform</a:t>
          </a:r>
        </a:p>
      </dsp:txBody>
      <dsp:txXfrm>
        <a:off x="2221563" y="679568"/>
        <a:ext cx="1944290" cy="2954306"/>
      </dsp:txXfrm>
    </dsp:sp>
    <dsp:sp modelId="{FAFEB53F-DE96-462E-A738-02B5EADA6270}">
      <dsp:nvSpPr>
        <dsp:cNvPr id="0" name=""/>
        <dsp:cNvSpPr/>
      </dsp:nvSpPr>
      <dsp:spPr>
        <a:xfrm>
          <a:off x="4438054" y="99924"/>
          <a:ext cx="1944290" cy="579643"/>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New Listings</a:t>
          </a:r>
        </a:p>
      </dsp:txBody>
      <dsp:txXfrm>
        <a:off x="4438054" y="99924"/>
        <a:ext cx="1944290" cy="579643"/>
      </dsp:txXfrm>
    </dsp:sp>
    <dsp:sp modelId="{E0AC02CD-8317-4CC5-B750-9F155BFA9EE7}">
      <dsp:nvSpPr>
        <dsp:cNvPr id="0" name=""/>
        <dsp:cNvSpPr/>
      </dsp:nvSpPr>
      <dsp:spPr>
        <a:xfrm>
          <a:off x="4438054" y="679568"/>
          <a:ext cx="1944290" cy="2954306"/>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Complete item fields and create listings within the database. </a:t>
          </a:r>
        </a:p>
      </dsp:txBody>
      <dsp:txXfrm>
        <a:off x="4438054" y="679568"/>
        <a:ext cx="1944290" cy="2954306"/>
      </dsp:txXfrm>
    </dsp:sp>
    <dsp:sp modelId="{AA33AA30-E037-4E9B-B3B7-27F402110E98}">
      <dsp:nvSpPr>
        <dsp:cNvPr id="0" name=""/>
        <dsp:cNvSpPr/>
      </dsp:nvSpPr>
      <dsp:spPr>
        <a:xfrm>
          <a:off x="6654546" y="99924"/>
          <a:ext cx="1944290" cy="579643"/>
        </a:xfrm>
        <a:prstGeom prst="rect">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Process Sales</a:t>
          </a:r>
        </a:p>
      </dsp:txBody>
      <dsp:txXfrm>
        <a:off x="6654546" y="99924"/>
        <a:ext cx="1944290" cy="579643"/>
      </dsp:txXfrm>
    </dsp:sp>
    <dsp:sp modelId="{3BBB8F84-787E-44ED-B85F-E1154DF5F5E2}">
      <dsp:nvSpPr>
        <dsp:cNvPr id="0" name=""/>
        <dsp:cNvSpPr/>
      </dsp:nvSpPr>
      <dsp:spPr>
        <a:xfrm>
          <a:off x="6654546" y="679568"/>
          <a:ext cx="1944290" cy="2954306"/>
        </a:xfrm>
        <a:prstGeom prst="rect">
          <a:avLst/>
        </a:prstGeom>
        <a:solidFill>
          <a:schemeClr val="accent2">
            <a:tint val="40000"/>
            <a:alpha val="90000"/>
            <a:hueOff val="5051039"/>
            <a:satOff val="-46674"/>
            <a:lumOff val="-5261"/>
            <a:alphaOff val="0"/>
          </a:schemeClr>
        </a:solidFill>
        <a:ln w="19050" cap="flat" cmpd="sng" algn="ctr">
          <a:solidFill>
            <a:schemeClr val="accent2">
              <a:tint val="40000"/>
              <a:alpha val="90000"/>
              <a:hueOff val="5051039"/>
              <a:satOff val="-46674"/>
              <a:lumOff val="-5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When an item is sold, quickly mark the item as sold, get suggested shipping materials, and quickly mark all other listing occurrences for that item as “inactive”</a:t>
          </a:r>
        </a:p>
      </dsp:txBody>
      <dsp:txXfrm>
        <a:off x="6654546" y="679568"/>
        <a:ext cx="1944290" cy="2954306"/>
      </dsp:txXfrm>
    </dsp:sp>
    <dsp:sp modelId="{3ACC2670-F57E-4B25-822C-F2636FAD5877}">
      <dsp:nvSpPr>
        <dsp:cNvPr id="0" name=""/>
        <dsp:cNvSpPr/>
      </dsp:nvSpPr>
      <dsp:spPr>
        <a:xfrm>
          <a:off x="8871037" y="99924"/>
          <a:ext cx="1944290" cy="579643"/>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View Item Inventory </a:t>
          </a:r>
        </a:p>
      </dsp:txBody>
      <dsp:txXfrm>
        <a:off x="8871037" y="99924"/>
        <a:ext cx="1944290" cy="579643"/>
      </dsp:txXfrm>
    </dsp:sp>
    <dsp:sp modelId="{8B773181-0F1F-43FF-8EA9-5F9FF4A97A6C}">
      <dsp:nvSpPr>
        <dsp:cNvPr id="0" name=""/>
        <dsp:cNvSpPr/>
      </dsp:nvSpPr>
      <dsp:spPr>
        <a:xfrm>
          <a:off x="8871037" y="679568"/>
          <a:ext cx="1944290" cy="2954306"/>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View a list of active  listings </a:t>
          </a:r>
        </a:p>
      </dsp:txBody>
      <dsp:txXfrm>
        <a:off x="8871037" y="679568"/>
        <a:ext cx="1944290" cy="2954306"/>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1A8E-DB08-CA3A-48A9-DE0F88E31C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7C54E2-219B-6C18-5147-5244679AA9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DD2BE7-D72A-4EC4-5EB0-CE8635AE2F09}"/>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5" name="Footer Placeholder 4">
            <a:extLst>
              <a:ext uri="{FF2B5EF4-FFF2-40B4-BE49-F238E27FC236}">
                <a16:creationId xmlns:a16="http://schemas.microsoft.com/office/drawing/2014/main" id="{1F876C13-A5D1-F139-BE49-DEB7D90225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C97FF1-C598-F8D0-7303-84ADFB2482F7}"/>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1657124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7D5C2-21A2-975B-D0F6-045B134862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7A69CE-D08D-49D5-5E2C-93354297EA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7FC3E-AB0D-DF3E-EAE1-DCC398D7F21B}"/>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5" name="Footer Placeholder 4">
            <a:extLst>
              <a:ext uri="{FF2B5EF4-FFF2-40B4-BE49-F238E27FC236}">
                <a16:creationId xmlns:a16="http://schemas.microsoft.com/office/drawing/2014/main" id="{43B85EE9-48D6-96D3-0E61-879F70685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206B7-881E-35F0-C89A-E01EB6A9902C}"/>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4020658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8F653-C171-CF42-4006-D079546A4C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8F3A9C-8A1B-4AC0-607A-9866FE4ABB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D82269-3449-C615-E7E0-D91E6E3423E1}"/>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5" name="Footer Placeholder 4">
            <a:extLst>
              <a:ext uri="{FF2B5EF4-FFF2-40B4-BE49-F238E27FC236}">
                <a16:creationId xmlns:a16="http://schemas.microsoft.com/office/drawing/2014/main" id="{D7FAFADC-17A1-92F0-C8D9-1CF4B12A31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1EB07D-A801-5017-14BE-1BC7676D37D5}"/>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3648226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292D0-4A3F-38C4-04D4-2C77529863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F0E10A-FE71-6D3C-FF69-3C025CB3B4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1368FF-DD1F-7BE6-7B80-67E4C8CEF4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76806D-DD2F-10E4-AC07-5338F995CD0A}"/>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6" name="Footer Placeholder 5">
            <a:extLst>
              <a:ext uri="{FF2B5EF4-FFF2-40B4-BE49-F238E27FC236}">
                <a16:creationId xmlns:a16="http://schemas.microsoft.com/office/drawing/2014/main" id="{AABB3BCA-87DF-E347-15CD-6F5823E583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CE078F-B03E-DFEF-D9FF-034A7C31FA02}"/>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301644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B9B4F-28CD-9E5A-97D1-8CB71FAA21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078D1F-4A2F-09B8-91B1-FDC5CEFBE4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0B1718-9210-051D-DF99-598CC89BBB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91DEF-49C1-9883-1391-4B06A09443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6DA775-CF7F-38E6-74DD-39978BFA45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BEC89E-1D29-DF68-8796-81281C792430}"/>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8" name="Footer Placeholder 7">
            <a:extLst>
              <a:ext uri="{FF2B5EF4-FFF2-40B4-BE49-F238E27FC236}">
                <a16:creationId xmlns:a16="http://schemas.microsoft.com/office/drawing/2014/main" id="{5046E1AC-7685-7181-2367-31B15AC6DD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40788C-035E-8250-ED42-51652BEE0EE6}"/>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3775373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DC3B0-D336-4D06-BAC9-FC15B0D0A4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5C0B5F-1DE9-47B6-DA85-EDF91F788244}"/>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4" name="Footer Placeholder 3">
            <a:extLst>
              <a:ext uri="{FF2B5EF4-FFF2-40B4-BE49-F238E27FC236}">
                <a16:creationId xmlns:a16="http://schemas.microsoft.com/office/drawing/2014/main" id="{B0696DBD-1C11-40C2-ADC7-3F2F4D46F0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7800E8-B218-9CD4-ED62-793956F02261}"/>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781509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887AFC-0D2F-D354-5F8C-78C0E1B0D6AB}"/>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3" name="Footer Placeholder 2">
            <a:extLst>
              <a:ext uri="{FF2B5EF4-FFF2-40B4-BE49-F238E27FC236}">
                <a16:creationId xmlns:a16="http://schemas.microsoft.com/office/drawing/2014/main" id="{B1B8834F-3043-95E2-E5F2-E82E383FED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1E99E6-9DF3-E0B1-C787-F5C32CE67567}"/>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3628650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B0382-33E7-1559-571D-947D7566D5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8478BD-C4CE-F2BB-3140-B1D8C0B7C9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FBD80E-FA5A-0E90-31E5-C0C52A33F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D41E58-9628-1754-3B47-F3AFAA673D41}"/>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6" name="Footer Placeholder 5">
            <a:extLst>
              <a:ext uri="{FF2B5EF4-FFF2-40B4-BE49-F238E27FC236}">
                <a16:creationId xmlns:a16="http://schemas.microsoft.com/office/drawing/2014/main" id="{D0CEF213-232A-2F46-085D-8EE39AF384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2BE47-4177-32F4-1A1F-37A19862664C}"/>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4019837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C6C95-88B6-5F3C-F212-842D63872D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F13F51-74B2-A483-8DED-9DF6E1B6D9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FF2039-B31D-23C9-ECC2-665564361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85F47-1607-5558-D4CD-4749412BB192}"/>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6" name="Footer Placeholder 5">
            <a:extLst>
              <a:ext uri="{FF2B5EF4-FFF2-40B4-BE49-F238E27FC236}">
                <a16:creationId xmlns:a16="http://schemas.microsoft.com/office/drawing/2014/main" id="{E040CFC6-5FC1-E48A-4DB1-901ED3D27E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CE0B94-4CE9-B251-EFFB-758CD4BFB02C}"/>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3065321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A5B22-F0C6-0251-AEC5-EFEE5B4812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898EE1-7D29-2206-B703-1B08B2FDBB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6ABD17-3659-D6C4-6C82-1A15D68D3CC7}"/>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5" name="Footer Placeholder 4">
            <a:extLst>
              <a:ext uri="{FF2B5EF4-FFF2-40B4-BE49-F238E27FC236}">
                <a16:creationId xmlns:a16="http://schemas.microsoft.com/office/drawing/2014/main" id="{DA620121-13F5-F9B4-BC53-AD58C8DB2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18E97-3675-B5F0-5FAC-26BDA76431BB}"/>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2078766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90A002-E7EA-6794-BC6E-2B888CB975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C8FD92-1ECE-A4BA-A1B7-37429AC0AE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2B4D0F-A5A0-87F7-0ADA-46DDF9DF4093}"/>
              </a:ext>
            </a:extLst>
          </p:cNvPr>
          <p:cNvSpPr>
            <a:spLocks noGrp="1"/>
          </p:cNvSpPr>
          <p:nvPr>
            <p:ph type="dt" sz="half" idx="10"/>
          </p:nvPr>
        </p:nvSpPr>
        <p:spPr/>
        <p:txBody>
          <a:bodyPr/>
          <a:lstStyle/>
          <a:p>
            <a:fld id="{024C7DC9-7200-484A-8D1D-9A1E18AC696B}" type="datetimeFigureOut">
              <a:rPr lang="en-US" smtClean="0"/>
              <a:t>3/9/2026</a:t>
            </a:fld>
            <a:endParaRPr lang="en-US"/>
          </a:p>
        </p:txBody>
      </p:sp>
      <p:sp>
        <p:nvSpPr>
          <p:cNvPr id="5" name="Footer Placeholder 4">
            <a:extLst>
              <a:ext uri="{FF2B5EF4-FFF2-40B4-BE49-F238E27FC236}">
                <a16:creationId xmlns:a16="http://schemas.microsoft.com/office/drawing/2014/main" id="{1C7B85B6-1F7D-CC68-3149-427DC915C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642A72-9DC7-F1A0-C36D-7B5EC8032A1B}"/>
              </a:ext>
            </a:extLst>
          </p:cNvPr>
          <p:cNvSpPr>
            <a:spLocks noGrp="1"/>
          </p:cNvSpPr>
          <p:nvPr>
            <p:ph type="sldNum" sz="quarter" idx="12"/>
          </p:nvPr>
        </p:nvSpPr>
        <p:spPr/>
        <p:txBody>
          <a:bodyPr/>
          <a:lstStyle/>
          <a:p>
            <a:fld id="{2E13D73E-D212-4014-AA3E-40B8D0CC0017}" type="slidenum">
              <a:rPr lang="en-US" smtClean="0"/>
              <a:t>‹#›</a:t>
            </a:fld>
            <a:endParaRPr lang="en-US"/>
          </a:p>
        </p:txBody>
      </p:sp>
    </p:spTree>
    <p:extLst>
      <p:ext uri="{BB962C8B-B14F-4D97-AF65-F5344CB8AC3E}">
        <p14:creationId xmlns:p14="http://schemas.microsoft.com/office/powerpoint/2010/main" val="308011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50869B-5843-7828-D87F-559A05DBCD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9BE4D0-68DC-398D-AB58-542FA09CEA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9D19C-56B5-82F0-A81C-913154FA5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4C7DC9-7200-484A-8D1D-9A1E18AC696B}" type="datetimeFigureOut">
              <a:rPr lang="en-US" smtClean="0"/>
              <a:t>3/9/2026</a:t>
            </a:fld>
            <a:endParaRPr lang="en-US"/>
          </a:p>
        </p:txBody>
      </p:sp>
      <p:sp>
        <p:nvSpPr>
          <p:cNvPr id="5" name="Footer Placeholder 4">
            <a:extLst>
              <a:ext uri="{FF2B5EF4-FFF2-40B4-BE49-F238E27FC236}">
                <a16:creationId xmlns:a16="http://schemas.microsoft.com/office/drawing/2014/main" id="{1D9F7AAE-ACEC-50ED-870E-C9A711E911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20294D-DB4B-612D-70DC-386818E9A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13D73E-D212-4014-AA3E-40B8D0CC0017}" type="slidenum">
              <a:rPr lang="en-US" smtClean="0"/>
              <a:t>‹#›</a:t>
            </a:fld>
            <a:endParaRPr lang="en-US"/>
          </a:p>
        </p:txBody>
      </p:sp>
    </p:spTree>
    <p:extLst>
      <p:ext uri="{BB962C8B-B14F-4D97-AF65-F5344CB8AC3E}">
        <p14:creationId xmlns:p14="http://schemas.microsoft.com/office/powerpoint/2010/main" val="3334627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ideo" Target="https://indiana-my.sharepoint.com/:v:/g/personal/bakeramb_iu_edu/IQBMlY9DQYFeRLWTXTmd18vZAbHAX3rB37n9bBJdFceaP5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CD5F4BC-0EC6-B877-F3A1-212636625621}"/>
              </a:ext>
            </a:extLst>
          </p:cNvPr>
          <p:cNvSpPr>
            <a:spLocks noGrp="1"/>
          </p:cNvSpPr>
          <p:nvPr>
            <p:ph type="ctrTitle"/>
          </p:nvPr>
        </p:nvSpPr>
        <p:spPr>
          <a:xfrm>
            <a:off x="3880430" y="583345"/>
            <a:ext cx="7160357" cy="4164820"/>
          </a:xfrm>
        </p:spPr>
        <p:txBody>
          <a:bodyPr anchor="t">
            <a:normAutofit/>
          </a:bodyPr>
          <a:lstStyle/>
          <a:p>
            <a:pPr algn="r"/>
            <a:r>
              <a:rPr lang="en-US" sz="8000">
                <a:solidFill>
                  <a:srgbClr val="FFFFFF"/>
                </a:solidFill>
              </a:rPr>
              <a:t>HomeBased</a:t>
            </a:r>
          </a:p>
        </p:txBody>
      </p:sp>
      <p:sp>
        <p:nvSpPr>
          <p:cNvPr id="3" name="Subtitle 2">
            <a:extLst>
              <a:ext uri="{FF2B5EF4-FFF2-40B4-BE49-F238E27FC236}">
                <a16:creationId xmlns:a16="http://schemas.microsoft.com/office/drawing/2014/main" id="{CACAB071-2A27-C8FC-6311-034E28F7FED6}"/>
              </a:ext>
            </a:extLst>
          </p:cNvPr>
          <p:cNvSpPr>
            <a:spLocks noGrp="1"/>
          </p:cNvSpPr>
          <p:nvPr>
            <p:ph type="subTitle" idx="1"/>
          </p:nvPr>
        </p:nvSpPr>
        <p:spPr>
          <a:xfrm>
            <a:off x="1208228" y="5972174"/>
            <a:ext cx="8578699" cy="504825"/>
          </a:xfrm>
        </p:spPr>
        <p:txBody>
          <a:bodyPr>
            <a:normAutofit fontScale="85000" lnSpcReduction="20000"/>
          </a:bodyPr>
          <a:lstStyle/>
          <a:p>
            <a:pPr algn="l"/>
            <a:r>
              <a:rPr lang="en-US" sz="1400" dirty="0">
                <a:solidFill>
                  <a:srgbClr val="FFFFFF"/>
                </a:solidFill>
              </a:rPr>
              <a:t>Amber Baker</a:t>
            </a:r>
            <a:br>
              <a:rPr lang="en-US" sz="1400" dirty="0">
                <a:solidFill>
                  <a:srgbClr val="FFFFFF"/>
                </a:solidFill>
              </a:rPr>
            </a:br>
            <a:r>
              <a:rPr lang="en-US" sz="1400" dirty="0">
                <a:solidFill>
                  <a:srgbClr val="FFFFFF"/>
                </a:solidFill>
              </a:rPr>
              <a:t>C450 – System Design</a:t>
            </a:r>
            <a:br>
              <a:rPr lang="en-US" sz="1400" dirty="0">
                <a:solidFill>
                  <a:srgbClr val="FFFFFF"/>
                </a:solidFill>
              </a:rPr>
            </a:br>
            <a:r>
              <a:rPr lang="en-US" sz="1400" dirty="0">
                <a:solidFill>
                  <a:srgbClr val="FFFFFF"/>
                </a:solidFill>
              </a:rPr>
              <a:t>https://github.com/abaker0209/HomeBased</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936222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9A1FE7D-620A-4383-A96A-A637FC8E0A53}"/>
              </a:ext>
            </a:extLst>
          </p:cNvPr>
          <p:cNvSpPr>
            <a:spLocks noGrp="1"/>
          </p:cNvSpPr>
          <p:nvPr>
            <p:ph type="title"/>
          </p:nvPr>
        </p:nvSpPr>
        <p:spPr>
          <a:xfrm>
            <a:off x="1188069" y="381935"/>
            <a:ext cx="4008583" cy="5974414"/>
          </a:xfrm>
        </p:spPr>
        <p:txBody>
          <a:bodyPr anchor="ctr">
            <a:normAutofit/>
          </a:bodyPr>
          <a:lstStyle/>
          <a:p>
            <a:r>
              <a:rPr lang="en-US" sz="6800">
                <a:solidFill>
                  <a:srgbClr val="FFFFFF"/>
                </a:solidFill>
              </a:rPr>
              <a:t>Problem Statement</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FAE287A2-4B23-AC55-08F2-0A18D0AF344F}"/>
              </a:ext>
            </a:extLst>
          </p:cNvPr>
          <p:cNvSpPr>
            <a:spLocks noGrp="1"/>
          </p:cNvSpPr>
          <p:nvPr>
            <p:ph idx="1"/>
          </p:nvPr>
        </p:nvSpPr>
        <p:spPr>
          <a:xfrm>
            <a:off x="6297233" y="518400"/>
            <a:ext cx="4771607" cy="5837949"/>
          </a:xfrm>
        </p:spPr>
        <p:txBody>
          <a:bodyPr anchor="ctr">
            <a:normAutofit/>
          </a:bodyPr>
          <a:lstStyle/>
          <a:p>
            <a:pPr marL="0" indent="0">
              <a:buNone/>
            </a:pPr>
            <a:r>
              <a:rPr lang="en-US" sz="2000">
                <a:solidFill>
                  <a:schemeClr val="tx1">
                    <a:alpha val="80000"/>
                  </a:schemeClr>
                </a:solidFill>
              </a:rPr>
              <a:t>Small home-based online stores depend on memory, handwritten notes, or expensive third-party solutions to manage inventory and sales, which leads to fractured data that is difficult to quantify and apply. This is especially true for stores whose inventory is often comprised of hundreds of unique items. </a:t>
            </a:r>
          </a:p>
          <a:p>
            <a:endParaRPr lang="en-US" sz="20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1506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9" name="Rectangle 18">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1" name="Freeform: Shape 20">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2" name="Rectangle 21">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E0F7F4FE-F687-E146-A804-32606FA15DF4}"/>
              </a:ext>
            </a:extLst>
          </p:cNvPr>
          <p:cNvSpPr>
            <a:spLocks noGrp="1"/>
          </p:cNvSpPr>
          <p:nvPr>
            <p:ph type="title"/>
          </p:nvPr>
        </p:nvSpPr>
        <p:spPr>
          <a:xfrm>
            <a:off x="1143000" y="990599"/>
            <a:ext cx="9906000" cy="685800"/>
          </a:xfrm>
        </p:spPr>
        <p:txBody>
          <a:bodyPr anchor="t">
            <a:normAutofit/>
          </a:bodyPr>
          <a:lstStyle/>
          <a:p>
            <a:r>
              <a:rPr lang="en-US" sz="4000"/>
              <a:t>Key Functionality</a:t>
            </a:r>
          </a:p>
        </p:txBody>
      </p:sp>
      <p:graphicFrame>
        <p:nvGraphicFramePr>
          <p:cNvPr id="5" name="Content Placeholder 2">
            <a:extLst>
              <a:ext uri="{FF2B5EF4-FFF2-40B4-BE49-F238E27FC236}">
                <a16:creationId xmlns:a16="http://schemas.microsoft.com/office/drawing/2014/main" id="{B4A5BF29-5BA7-CAEF-91FB-F55B3168FFE5}"/>
              </a:ext>
            </a:extLst>
          </p:cNvPr>
          <p:cNvGraphicFramePr>
            <a:graphicFrameLocks noGrp="1"/>
          </p:cNvGraphicFramePr>
          <p:nvPr>
            <p:ph idx="1"/>
            <p:extLst>
              <p:ext uri="{D42A27DB-BD31-4B8C-83A1-F6EECF244321}">
                <p14:modId xmlns:p14="http://schemas.microsoft.com/office/powerpoint/2010/main" val="1795281188"/>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1851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1E1B8B1-26B9-4339-BC65-CCAA79B46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TextBox 4">
            <a:extLst>
              <a:ext uri="{FF2B5EF4-FFF2-40B4-BE49-F238E27FC236}">
                <a16:creationId xmlns:a16="http://schemas.microsoft.com/office/drawing/2014/main" id="{0936FE8F-2550-A13D-414C-48F911DF5A3F}"/>
              </a:ext>
            </a:extLst>
          </p:cNvPr>
          <p:cNvSpPr txBox="1"/>
          <p:nvPr/>
        </p:nvSpPr>
        <p:spPr>
          <a:xfrm>
            <a:off x="793159" y="1377146"/>
            <a:ext cx="4076460" cy="362621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8000" kern="1200" dirty="0">
                <a:solidFill>
                  <a:srgbClr val="FFFFFF"/>
                </a:solidFill>
                <a:latin typeface="+mj-lt"/>
                <a:ea typeface="+mj-ea"/>
                <a:cs typeface="+mj-cs"/>
              </a:rPr>
              <a:t>Demo Video</a:t>
            </a:r>
          </a:p>
        </p:txBody>
      </p:sp>
      <p:pic>
        <p:nvPicPr>
          <p:cNvPr id="4" name="Online Media 3" title="Meeting with Baker, Amber Nicole-20260309_133924-Meeting Recording.mp4">
            <a:hlinkClick r:id="" action="ppaction://media"/>
            <a:extLst>
              <a:ext uri="{FF2B5EF4-FFF2-40B4-BE49-F238E27FC236}">
                <a16:creationId xmlns:a16="http://schemas.microsoft.com/office/drawing/2014/main" id="{00E6BD8A-33B1-EC1B-FBCA-8CFD791CF061}"/>
              </a:ext>
            </a:extLst>
          </p:cNvPr>
          <p:cNvPicPr>
            <a:picLocks noRot="1" noChangeAspect="1"/>
          </p:cNvPicPr>
          <p:nvPr>
            <a:videoFile r:link="rId1"/>
          </p:nvPr>
        </p:nvPicPr>
        <p:blipFill>
          <a:blip r:embed="rId3">
            <a:duotone>
              <a:schemeClr val="accent2">
                <a:shade val="45000"/>
                <a:satMod val="135000"/>
              </a:schemeClr>
              <a:prstClr val="white"/>
            </a:duotone>
            <a:alphaModFix amt="51000"/>
          </a:blip>
          <a:stretch>
            <a:fillRect/>
          </a:stretch>
        </p:blipFill>
        <p:spPr>
          <a:xfrm>
            <a:off x="5457027" y="2242957"/>
            <a:ext cx="6194967" cy="3484668"/>
          </a:xfrm>
          <a:prstGeom prst="rect">
            <a:avLst/>
          </a:prstGeom>
        </p:spPr>
      </p:pic>
      <p:grpSp>
        <p:nvGrpSpPr>
          <p:cNvPr id="27" name="Group 26">
            <a:extLst>
              <a:ext uri="{FF2B5EF4-FFF2-40B4-BE49-F238E27FC236}">
                <a16:creationId xmlns:a16="http://schemas.microsoft.com/office/drawing/2014/main" id="{4985F61A-698B-496F-9DD7-3285E30E1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42198" y="814999"/>
            <a:ext cx="465458" cy="581435"/>
            <a:chOff x="10942198" y="814999"/>
            <a:chExt cx="465458" cy="581435"/>
          </a:xfrm>
          <a:solidFill>
            <a:srgbClr val="FFFFFF"/>
          </a:solidFill>
        </p:grpSpPr>
        <p:sp>
          <p:nvSpPr>
            <p:cNvPr id="28"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7738" y="81499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grpFill/>
            <a:ln w="603" cap="flat">
              <a:noFill/>
              <a:prstDash val="solid"/>
              <a:miter/>
            </a:ln>
          </p:spPr>
          <p:txBody>
            <a:bodyPr rtlCol="0" anchor="ctr"/>
            <a:lstStyle/>
            <a:p>
              <a:endParaRPr lang="en-US">
                <a:solidFill>
                  <a:srgbClr val="FFFFFF"/>
                </a:solidFill>
              </a:endParaRPr>
            </a:p>
          </p:txBody>
        </p:sp>
        <p:sp>
          <p:nvSpPr>
            <p:cNvPr id="29" name="Graphic 15">
              <a:extLst>
                <a:ext uri="{FF2B5EF4-FFF2-40B4-BE49-F238E27FC236}">
                  <a16:creationId xmlns:a16="http://schemas.microsoft.com/office/drawing/2014/main" id="{8550FED7-7C32-42BB-98DB-30272A633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16518" y="104429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endParaRPr lang="en-US">
                <a:solidFill>
                  <a:srgbClr val="FFFFFF"/>
                </a:solidFill>
              </a:endParaRPr>
            </a:p>
          </p:txBody>
        </p:sp>
        <p:sp>
          <p:nvSpPr>
            <p:cNvPr id="30"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2198" y="1268720"/>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cxnSp>
        <p:nvCxnSpPr>
          <p:cNvPr id="32" name="Straight Connector 3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9322" y="6274341"/>
            <a:ext cx="11353800"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589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154</Words>
  <Application>Microsoft Office PowerPoint</Application>
  <PresentationFormat>Widescreen</PresentationFormat>
  <Paragraphs>16</Paragraphs>
  <Slides>4</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HomeBased</vt:lpstr>
      <vt:lpstr>Problem Statement</vt:lpstr>
      <vt:lpstr>Key Functionality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Baker, Amber Nicole</dc:creator>
  <cp:lastModifiedBy>Baker, Amber Nicole</cp:lastModifiedBy>
  <cp:revision>1</cp:revision>
  <dcterms:created xsi:type="dcterms:W3CDTF">2026-03-09T17:46:58Z</dcterms:created>
  <dcterms:modified xsi:type="dcterms:W3CDTF">2026-03-09T18:21:55Z</dcterms:modified>
</cp:coreProperties>
</file>